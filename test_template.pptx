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我的模板示例页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模板设计在此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